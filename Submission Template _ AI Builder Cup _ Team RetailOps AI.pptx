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Google Sans Flex" panose="020B0604020202020204" charset="0"/>
      <p:regular r:id="rId23"/>
      <p:bold r:id="rId24"/>
    </p:embeddedFont>
    <p:embeddedFont>
      <p:font typeface="Google Sans Flex Medium" panose="020B0604020202020204" charset="0"/>
      <p:regular r:id="rId25"/>
      <p:bold r:id="rId26"/>
    </p:embeddedFont>
    <p:embeddedFont>
      <p:font typeface="Google Sans Flex SemiBold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66" d="100"/>
          <a:sy n="66" d="100"/>
        </p:scale>
        <p:origin x="946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E8731A"/>
                </a:solidFill>
                <a:latin typeface="Google Sans Flex" panose="020B0604020202020204" charset="0"/>
                <a:ea typeface="Google Sans Flex SemiBold"/>
                <a:cs typeface="Google Sans Flex SemiBold"/>
                <a:sym typeface="Google Sans Flex SemiBold"/>
              </a:rPr>
              <a:t>Project BLOC - Frontline Agentic Orchestration Engine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300">
              <a:solidFill>
                <a:srgbClr val="242120"/>
              </a:solidFill>
              <a:latin typeface="Google Sans Flex" panose="020B0604020202020204" charset="0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42120"/>
                </a:solidFill>
                <a:latin typeface="Google Sans Flex" panose="020B0604020202020204" charset="0"/>
                <a:ea typeface="Google Sans Flex SemiBold"/>
                <a:cs typeface="Google Sans Flex SemiBold"/>
                <a:sym typeface="Google Sans Flex SemiBold"/>
              </a:rPr>
              <a:t>Team Name: RetailOps AI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42120"/>
                </a:solidFill>
                <a:latin typeface="Google Sans Flex" panose="020B0604020202020204" charset="0"/>
                <a:ea typeface="Google Sans Flex SemiBold"/>
                <a:cs typeface="Google Sans Flex SemiBold"/>
                <a:sym typeface="Google Sans Flex SemiBold"/>
              </a:rPr>
              <a:t>Team Leader Name: Lester Alarcon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42120"/>
                </a:solidFill>
                <a:latin typeface="Google Sans Flex" panose="020B0604020202020204" charset="0"/>
                <a:ea typeface="Google Sans Flex SemiBold"/>
                <a:cs typeface="Google Sans Flex SemiBold"/>
                <a:sym typeface="Google Sans Flex SemiBold"/>
              </a:rPr>
              <a:t>Target Track: Retail &amp; Commerce / Future of Work (JAPAC Track)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300">
              <a:solidFill>
                <a:srgbClr val="242120"/>
              </a:solidFill>
              <a:latin typeface="Google Sans Flex" panose="020B0604020202020204" charset="0"/>
              <a:ea typeface="Google Sans Flex SemiBold"/>
              <a:cs typeface="Google Sans Flex SemiBold"/>
              <a:sym typeface="Google Sans Flex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242120"/>
                </a:solidFill>
                <a:latin typeface="Google Sans Flex" panose="020B0604020202020204" charset="0"/>
                <a:ea typeface="Google Sans Flex SemiBold"/>
                <a:cs typeface="Google Sans Flex SemiBold"/>
                <a:sym typeface="Google Sans Flex SemiBold"/>
              </a:rPr>
              <a:t>Problem Statement: Solving Frontline Operational Breakdown - Eliminating high turnover, delayed sales visibility, and clunky mobile ERP forms through Multi-Agent AI (Pax, Vera, Nexus), 3-Second Fast-Sale Capture, and Computer Vision Audits.</a:t>
            </a:r>
            <a:endParaRPr sz="1300">
              <a:solidFill>
                <a:srgbClr val="242120"/>
              </a:solidFill>
              <a:latin typeface="Google Sans Flex" panose="020B0604020202020204" charset="0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1A80D6-4635-FB95-9DB3-DC802C5362D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F8BB6E-A283-E5F8-67BA-8CEE41B194E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32D64D-5CF4-812B-D8D3-DD67876F7C6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8BCF6B-F829-2B3B-85FD-75CD5AD6561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C997AE-4100-C0D4-7D25-3E673D8B397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A69CC4-A03A-3576-BD00-D900D0F0A14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47E3B7-D14D-3B4D-7AB7-BBCBC63CF972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E5696-2B9B-06DA-CBA3-C7DBB2D7A7E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77B16-C05B-CE82-055E-0BB176FF18D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11A5D6-F253-519E-CF02-2DADACBE583D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DD334-C400-5EB5-32EF-64B76D78D34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2" name="SubmissionLinksBox">
            <a:extLst>
              <a:ext uri="{FF2B5EF4-FFF2-40B4-BE49-F238E27FC236}">
                <a16:creationId xmlns:a16="http://schemas.microsoft.com/office/drawing/2014/main" id="{E7D1262E-50D8-8E3A-897C-F4EB9A645AA1}"/>
              </a:ext>
            </a:extLst>
          </p:cNvPr>
          <p:cNvSpPr txBox="1"/>
          <p:nvPr/>
        </p:nvSpPr>
        <p:spPr>
          <a:xfrm>
            <a:off x="304800" y="1968500"/>
            <a:ext cx="8534400" cy="18158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PH" sz="1500" b="1">
                <a:solidFill>
                  <a:srgbClr val="F48542"/>
                </a:solidFill>
                <a:latin typeface="Google Sans Flex" panose="020B0604020202020204" charset="0"/>
              </a:rPr>
              <a:t>â€¢ GitHub Public Repository</a:t>
            </a:r>
          </a:p>
          <a:p>
            <a:r>
              <a:rPr lang="en-PH" sz="1250">
                <a:solidFill>
                  <a:srgbClr val="E8731A"/>
                </a:solidFill>
                <a:latin typeface="Consolas" panose="020B0609020204030204" pitchFamily="49" charset="0"/>
              </a:rPr>
              <a:t>    Repository URL: https://github.com/retailops-ai/project-bloc</a:t>
            </a:r>
          </a:p>
          <a:p>
            <a:endParaRPr lang="en-PH" sz="1350">
              <a:solidFill>
                <a:srgbClr val="242120"/>
              </a:solidFill>
              <a:latin typeface="Google Sans Flex" panose="020B0604020202020204" charset="0"/>
            </a:endParaRPr>
          </a:p>
          <a:p>
            <a:r>
              <a:rPr lang="en-PH" sz="1500" b="1">
                <a:solidFill>
                  <a:srgbClr val="53A834"/>
                </a:solidFill>
                <a:latin typeface="Google Sans Flex" panose="020B0604020202020204" charset="0"/>
              </a:rPr>
              <a:t>â€¢ Demo Video Link (3 Minutes Pitch &amp; Walkthrough)</a:t>
            </a:r>
          </a:p>
          <a:p>
            <a:r>
              <a:rPr lang="en-PH" sz="1250">
                <a:solidFill>
                  <a:srgbClr val="E8731A"/>
                </a:solidFill>
                <a:latin typeface="Consolas" panose="020B0609020204030204" pitchFamily="49" charset="0"/>
              </a:rPr>
              <a:t>    Video URL: https://youtu.be/project-bloc-demo-3min</a:t>
            </a:r>
          </a:p>
          <a:p>
            <a:endParaRPr lang="en-PH" sz="1350">
              <a:solidFill>
                <a:srgbClr val="242120"/>
              </a:solidFill>
              <a:latin typeface="Google Sans Flex" panose="020B0604020202020204" charset="0"/>
            </a:endParaRPr>
          </a:p>
          <a:p>
            <a:r>
              <a:rPr lang="en-PH" sz="1500" b="1">
                <a:solidFill>
                  <a:srgbClr val="177BFA"/>
                </a:solidFill>
                <a:latin typeface="Google Sans Flex" panose="020B0604020202020204" charset="0"/>
              </a:rPr>
              <a:t>â€¢ Final Product Link (Deployed on Google Cloud Run)</a:t>
            </a:r>
          </a:p>
          <a:p>
            <a:r>
              <a:rPr lang="en-PH" sz="1250">
                <a:solidFill>
                  <a:srgbClr val="E8731A"/>
                </a:solidFill>
                <a:latin typeface="Consolas" panose="020B0609020204030204" pitchFamily="49" charset="0"/>
              </a:rPr>
              <a:t>    Live App URL: https://bloc-ops.run.app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5994DF-5634-5A76-E873-100B2358FC3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1244600"/>
            <a:ext cx="8636000" cy="3784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On-screen Show (16:9)</PresentationFormat>
  <Paragraphs>35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Google Sans Flex Medium</vt:lpstr>
      <vt:lpstr>Arial</vt:lpstr>
      <vt:lpstr>Consolas</vt:lpstr>
      <vt:lpstr>Google Sans Flex SemiBold</vt:lpstr>
      <vt:lpstr>Google Sans Flex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Lester Alarcon</cp:lastModifiedBy>
  <cp:revision>1</cp:revision>
  <dcterms:modified xsi:type="dcterms:W3CDTF">2026-10-12T17:05:35Z</dcterms:modified>
</cp:coreProperties>
</file>